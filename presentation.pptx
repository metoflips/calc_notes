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772400" cy="10058400"/>
  <p:extLst>
    <p:ext uri="{521415D9-36F7-43E2-AB2F-B90AF26B5E84}">
      <p14:sectionLst xmlns:p14="http://schemas.microsoft.com/office/powerpoint/2010/main">
        <p14:section name="Презентация" id="{D4FBD1F5-95B2-9742-9F4E-413E1E0FD15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</a:t>
            </a: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слайда</a:t>
            </a:r>
            <a:endParaRPr lang="ru-RU" sz="3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817440"/>
            <a:ext cx="36712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 hasCustomPrompt="1"/>
          </p:nvPr>
        </p:nvSpPr>
        <p:spPr>
          <a:xfrm>
            <a:off x="4270680" y="3817440"/>
            <a:ext cx="36820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 hasCustomPrompt="1"/>
          </p:nvPr>
        </p:nvSpPr>
        <p:spPr>
          <a:xfrm>
            <a:off x="8150400" y="1753200"/>
            <a:ext cx="3671280" cy="4045320"/>
          </a:xfrm>
          <a:prstGeom prst="rect">
            <a:avLst/>
          </a:prstGeom>
          <a:solidFill>
            <a:srgbClr val="8236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03</a:t>
            </a:r>
            <a:endParaRPr lang="ru-RU" sz="6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272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7"/>
          <p:cNvSpPr>
            <a:spLocks noGrp="1"/>
          </p:cNvSpPr>
          <p:nvPr>
            <p:ph type="body" hasCustomPrompt="1"/>
          </p:nvPr>
        </p:nvSpPr>
        <p:spPr>
          <a:xfrm>
            <a:off x="371520" y="320580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body" hasCustomPrompt="1"/>
          </p:nvPr>
        </p:nvSpPr>
        <p:spPr>
          <a:xfrm>
            <a:off x="4273920" y="320760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9"/>
          <p:cNvSpPr>
            <a:spLocks noGrp="1"/>
          </p:cNvSpPr>
          <p:nvPr>
            <p:ph type="body" hasCustomPrompt="1"/>
          </p:nvPr>
        </p:nvSpPr>
        <p:spPr>
          <a:xfrm>
            <a:off x="8150400" y="3817440"/>
            <a:ext cx="3682080" cy="195984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10"/>
          <p:cNvSpPr>
            <a:spLocks noGrp="1"/>
          </p:cNvSpPr>
          <p:nvPr>
            <p:ph type="body" hasCustomPrompt="1"/>
          </p:nvPr>
        </p:nvSpPr>
        <p:spPr>
          <a:xfrm>
            <a:off x="8150400" y="320760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103200"/>
            <a:ext cx="36712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5189760"/>
            <a:ext cx="3671280" cy="64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 hasCustomPrompt="1"/>
          </p:nvPr>
        </p:nvSpPr>
        <p:spPr>
          <a:xfrm>
            <a:off x="4270680" y="3103200"/>
            <a:ext cx="36820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 hasCustomPrompt="1"/>
          </p:nvPr>
        </p:nvSpPr>
        <p:spPr>
          <a:xfrm>
            <a:off x="4270680" y="5189760"/>
            <a:ext cx="3682080" cy="64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272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8"/>
          <p:cNvSpPr>
            <a:spLocks noGrp="1"/>
          </p:cNvSpPr>
          <p:nvPr>
            <p:ph type="body" hasCustomPrompt="1"/>
          </p:nvPr>
        </p:nvSpPr>
        <p:spPr>
          <a:xfrm>
            <a:off x="8150400" y="1753200"/>
            <a:ext cx="3671280" cy="4145760"/>
          </a:xfrm>
          <a:prstGeom prst="rect">
            <a:avLst/>
          </a:prstGeom>
          <a:solidFill>
            <a:srgbClr val="8236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03</a:t>
            </a:r>
            <a:endParaRPr lang="ru-RU" sz="6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9"/>
          <p:cNvSpPr>
            <a:spLocks noGrp="1"/>
          </p:cNvSpPr>
          <p:nvPr>
            <p:ph type="body" hasCustomPrompt="1"/>
          </p:nvPr>
        </p:nvSpPr>
        <p:spPr>
          <a:xfrm>
            <a:off x="8150400" y="3103200"/>
            <a:ext cx="3682080" cy="195984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10"/>
          <p:cNvSpPr>
            <a:spLocks noGrp="1"/>
          </p:cNvSpPr>
          <p:nvPr>
            <p:ph type="body" hasCustomPrompt="1"/>
          </p:nvPr>
        </p:nvSpPr>
        <p:spPr>
          <a:xfrm>
            <a:off x="8150400" y="5189760"/>
            <a:ext cx="3682080" cy="64944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lt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 hasCustomPrompt="1"/>
          </p:nvPr>
        </p:nvSpPr>
        <p:spPr>
          <a:xfrm>
            <a:off x="370800" y="2022480"/>
            <a:ext cx="561600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 hasCustomPrompt="1"/>
          </p:nvPr>
        </p:nvSpPr>
        <p:spPr>
          <a:xfrm>
            <a:off x="370800" y="2793240"/>
            <a:ext cx="561600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 hasCustomPrompt="1"/>
          </p:nvPr>
        </p:nvSpPr>
        <p:spPr>
          <a:xfrm>
            <a:off x="6215040" y="2022480"/>
            <a:ext cx="561600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 hasCustomPrompt="1"/>
          </p:nvPr>
        </p:nvSpPr>
        <p:spPr>
          <a:xfrm>
            <a:off x="6215040" y="2793240"/>
            <a:ext cx="561600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body" hasCustomPrompt="1"/>
          </p:nvPr>
        </p:nvSpPr>
        <p:spPr>
          <a:xfrm>
            <a:off x="370800" y="4186800"/>
            <a:ext cx="561600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body" hasCustomPrompt="1"/>
          </p:nvPr>
        </p:nvSpPr>
        <p:spPr>
          <a:xfrm>
            <a:off x="370800" y="4957920"/>
            <a:ext cx="561600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8"/>
          <p:cNvSpPr>
            <a:spLocks noGrp="1"/>
          </p:cNvSpPr>
          <p:nvPr>
            <p:ph type="body" hasCustomPrompt="1"/>
          </p:nvPr>
        </p:nvSpPr>
        <p:spPr>
          <a:xfrm>
            <a:off x="6239880" y="4186800"/>
            <a:ext cx="561600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9"/>
          <p:cNvSpPr>
            <a:spLocks noGrp="1"/>
          </p:cNvSpPr>
          <p:nvPr>
            <p:ph type="body" hasCustomPrompt="1"/>
          </p:nvPr>
        </p:nvSpPr>
        <p:spPr>
          <a:xfrm>
            <a:off x="6239880" y="4957920"/>
            <a:ext cx="561600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Титуль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pic" hasCustomPrompt="1"/>
          </p:nvPr>
        </p:nvSpPr>
        <p:spPr>
          <a:xfrm>
            <a:off x="371520" y="5175360"/>
            <a:ext cx="1316880" cy="13168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 hasCustomPrompt="1"/>
          </p:nvPr>
        </p:nvSpPr>
        <p:spPr>
          <a:xfrm>
            <a:off x="1905480" y="5482800"/>
            <a:ext cx="4895640" cy="3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Имя спикера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 hasCustomPrompt="1"/>
          </p:nvPr>
        </p:nvSpPr>
        <p:spPr>
          <a:xfrm>
            <a:off x="1905480" y="5952960"/>
            <a:ext cx="489564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Регалии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683928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70000"/>
              </a:lnSpc>
              <a:buNone/>
              <a:tabLst>
                <a:tab pos="0" algn="l"/>
              </a:tabLst>
              <a:def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  <a:tabLst>
                <a:tab pos="0" algn="l"/>
              </a:tabLst>
            </a:pP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в три </a:t>
            </a:r>
            <a:br>
              <a:rPr sz="9600"/>
            </a:b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строки</a:t>
            </a: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 hasCustomPrompt="1"/>
          </p:nvPr>
        </p:nvSpPr>
        <p:spPr>
          <a:xfrm>
            <a:off x="371520" y="3632400"/>
            <a:ext cx="6841440" cy="92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Пояснение к заголовку, дополнительное описание содержимого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6" name="Рисунок 2"/>
          <p:cNvPicPr/>
          <p:nvPr/>
        </p:nvPicPr>
        <p:blipFill>
          <a:blip r:embed="rId2"/>
          <a:srcRect l="13642" t="40766" r="46305" b="14216"/>
          <a:stretch/>
        </p:blipFill>
        <p:spPr>
          <a:xfrm>
            <a:off x="7803720" y="0"/>
            <a:ext cx="4387680" cy="4931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 hasCustomPrompt="1"/>
          </p:nvPr>
        </p:nvSpPr>
        <p:spPr>
          <a:xfrm>
            <a:off x="370800" y="2014200"/>
            <a:ext cx="3672000" cy="375660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 hasCustomPrompt="1"/>
          </p:nvPr>
        </p:nvSpPr>
        <p:spPr>
          <a:xfrm>
            <a:off x="370800" y="2765520"/>
            <a:ext cx="3672000" cy="300564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 hasCustomPrompt="1"/>
          </p:nvPr>
        </p:nvSpPr>
        <p:spPr>
          <a:xfrm>
            <a:off x="4273920" y="2014200"/>
            <a:ext cx="3672000" cy="375660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 hasCustomPrompt="1"/>
          </p:nvPr>
        </p:nvSpPr>
        <p:spPr>
          <a:xfrm>
            <a:off x="4273920" y="2765520"/>
            <a:ext cx="3672000" cy="300564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body" hasCustomPrompt="1"/>
          </p:nvPr>
        </p:nvSpPr>
        <p:spPr>
          <a:xfrm>
            <a:off x="8159040" y="2014200"/>
            <a:ext cx="3672000" cy="375660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 hasCustomPrompt="1"/>
          </p:nvPr>
        </p:nvSpPr>
        <p:spPr>
          <a:xfrm>
            <a:off x="8159040" y="2765520"/>
            <a:ext cx="3672000" cy="300564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 hasCustomPrompt="1"/>
          </p:nvPr>
        </p:nvSpPr>
        <p:spPr>
          <a:xfrm>
            <a:off x="370800" y="2022480"/>
            <a:ext cx="367200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 hasCustomPrompt="1"/>
          </p:nvPr>
        </p:nvSpPr>
        <p:spPr>
          <a:xfrm>
            <a:off x="370800" y="2793240"/>
            <a:ext cx="367200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 hasCustomPrompt="1"/>
          </p:nvPr>
        </p:nvSpPr>
        <p:spPr>
          <a:xfrm>
            <a:off x="8123760" y="2022480"/>
            <a:ext cx="370728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 hasCustomPrompt="1"/>
          </p:nvPr>
        </p:nvSpPr>
        <p:spPr>
          <a:xfrm>
            <a:off x="8123760" y="2793240"/>
            <a:ext cx="370728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body" hasCustomPrompt="1"/>
          </p:nvPr>
        </p:nvSpPr>
        <p:spPr>
          <a:xfrm>
            <a:off x="370800" y="4186800"/>
            <a:ext cx="367200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body" hasCustomPrompt="1"/>
          </p:nvPr>
        </p:nvSpPr>
        <p:spPr>
          <a:xfrm>
            <a:off x="370800" y="4957920"/>
            <a:ext cx="367200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body" hasCustomPrompt="1"/>
          </p:nvPr>
        </p:nvSpPr>
        <p:spPr>
          <a:xfrm>
            <a:off x="8123760" y="4186800"/>
            <a:ext cx="370728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9"/>
          <p:cNvSpPr>
            <a:spLocks noGrp="1"/>
          </p:cNvSpPr>
          <p:nvPr>
            <p:ph type="body" hasCustomPrompt="1"/>
          </p:nvPr>
        </p:nvSpPr>
        <p:spPr>
          <a:xfrm>
            <a:off x="8123760" y="4957920"/>
            <a:ext cx="370728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0"/>
          <p:cNvSpPr>
            <a:spLocks noGrp="1"/>
          </p:cNvSpPr>
          <p:nvPr>
            <p:ph type="body" hasCustomPrompt="1"/>
          </p:nvPr>
        </p:nvSpPr>
        <p:spPr>
          <a:xfrm>
            <a:off x="4258080" y="2022480"/>
            <a:ext cx="370728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11"/>
          <p:cNvSpPr>
            <a:spLocks noGrp="1"/>
          </p:cNvSpPr>
          <p:nvPr>
            <p:ph type="body" hasCustomPrompt="1"/>
          </p:nvPr>
        </p:nvSpPr>
        <p:spPr>
          <a:xfrm>
            <a:off x="4258080" y="2793240"/>
            <a:ext cx="370728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2"/>
          <p:cNvSpPr>
            <a:spLocks noGrp="1"/>
          </p:cNvSpPr>
          <p:nvPr>
            <p:ph type="body" hasCustomPrompt="1"/>
          </p:nvPr>
        </p:nvSpPr>
        <p:spPr>
          <a:xfrm>
            <a:off x="4283280" y="4186800"/>
            <a:ext cx="3707280" cy="1943280"/>
          </a:xfrm>
          <a:prstGeom prst="rect">
            <a:avLst/>
          </a:prstGeom>
          <a:solidFill>
            <a:srgbClr val="F8F0FF"/>
          </a:solidFill>
          <a:ln w="0">
            <a:noFill/>
          </a:ln>
        </p:spPr>
        <p:txBody>
          <a:bodyPr lIns="252000" tIns="25200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3"/>
          <p:cNvSpPr>
            <a:spLocks noGrp="1"/>
          </p:cNvSpPr>
          <p:nvPr>
            <p:ph type="body" hasCustomPrompt="1"/>
          </p:nvPr>
        </p:nvSpPr>
        <p:spPr>
          <a:xfrm>
            <a:off x="4283280" y="4957920"/>
            <a:ext cx="3707280" cy="1172160"/>
          </a:xfrm>
          <a:prstGeom prst="rect">
            <a:avLst/>
          </a:prstGeom>
          <a:noFill/>
          <a:ln w="0">
            <a:noFill/>
          </a:ln>
        </p:spPr>
        <p:txBody>
          <a:bodyPr lIns="252000" tIns="0" rIns="252000" bIns="25200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Цифр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3435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XX</a:t>
            </a:r>
            <a:r>
              <a:rPr lang="ru-RU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%</a:t>
            </a:r>
            <a:endParaRPr lang="ru-RU" sz="11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 hasCustomPrompt="1"/>
          </p:nvPr>
        </p:nvSpPr>
        <p:spPr>
          <a:xfrm>
            <a:off x="3832920" y="2016000"/>
            <a:ext cx="21542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 hasCustomPrompt="1"/>
          </p:nvPr>
        </p:nvSpPr>
        <p:spPr>
          <a:xfrm>
            <a:off x="6215040" y="2016000"/>
            <a:ext cx="3435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XX</a:t>
            </a:r>
            <a:r>
              <a:rPr lang="ru-RU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%</a:t>
            </a:r>
            <a:endParaRPr lang="ru-RU" sz="11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 hasCustomPrompt="1"/>
          </p:nvPr>
        </p:nvSpPr>
        <p:spPr>
          <a:xfrm>
            <a:off x="9676440" y="2016000"/>
            <a:ext cx="21542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body" hasCustomPrompt="1"/>
          </p:nvPr>
        </p:nvSpPr>
        <p:spPr>
          <a:xfrm>
            <a:off x="371520" y="4459320"/>
            <a:ext cx="3671280" cy="141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7"/>
          <p:cNvSpPr>
            <a:spLocks noGrp="1"/>
          </p:cNvSpPr>
          <p:nvPr>
            <p:ph type="body" hasCustomPrompt="1"/>
          </p:nvPr>
        </p:nvSpPr>
        <p:spPr>
          <a:xfrm>
            <a:off x="4273920" y="4459320"/>
            <a:ext cx="3671280" cy="141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8"/>
          <p:cNvSpPr>
            <a:spLocks noGrp="1"/>
          </p:cNvSpPr>
          <p:nvPr>
            <p:ph type="body" hasCustomPrompt="1"/>
          </p:nvPr>
        </p:nvSpPr>
        <p:spPr>
          <a:xfrm>
            <a:off x="8159040" y="4459320"/>
            <a:ext cx="3671280" cy="1415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9"/>
          <p:cNvSpPr>
            <a:spLocks noGrp="1"/>
          </p:cNvSpPr>
          <p:nvPr>
            <p:ph type="body" hasCustomPrompt="1"/>
          </p:nvPr>
        </p:nvSpPr>
        <p:spPr>
          <a:xfrm>
            <a:off x="371520" y="375696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Цифр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3435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XX</a:t>
            </a:r>
            <a:r>
              <a:rPr lang="ru-RU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%</a:t>
            </a:r>
            <a:endParaRPr lang="ru-RU" sz="11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 hasCustomPrompt="1"/>
          </p:nvPr>
        </p:nvSpPr>
        <p:spPr>
          <a:xfrm>
            <a:off x="3832920" y="2016000"/>
            <a:ext cx="21542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 hasCustomPrompt="1"/>
          </p:nvPr>
        </p:nvSpPr>
        <p:spPr>
          <a:xfrm>
            <a:off x="6419880" y="2016000"/>
            <a:ext cx="5400000" cy="339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599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599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 hasCustomPrompt="1"/>
          </p:nvPr>
        </p:nvSpPr>
        <p:spPr>
          <a:xfrm>
            <a:off x="371520" y="4343400"/>
            <a:ext cx="34358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XX</a:t>
            </a:r>
            <a:r>
              <a:rPr lang="ru-RU" sz="110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%</a:t>
            </a:r>
            <a:endParaRPr lang="ru-RU" sz="11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body" hasCustomPrompt="1"/>
          </p:nvPr>
        </p:nvSpPr>
        <p:spPr>
          <a:xfrm>
            <a:off x="3832920" y="4343400"/>
            <a:ext cx="2154240" cy="107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Картинки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4860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 hasCustomPrompt="1"/>
          </p:nvPr>
        </p:nvSpPr>
        <p:spPr>
          <a:xfrm>
            <a:off x="1560600" y="20160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 hasCustomPrompt="1"/>
          </p:nvPr>
        </p:nvSpPr>
        <p:spPr>
          <a:xfrm>
            <a:off x="370800" y="30672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2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 hasCustomPrompt="1"/>
          </p:nvPr>
        </p:nvSpPr>
        <p:spPr>
          <a:xfrm>
            <a:off x="1560600" y="30672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 hasCustomPrompt="1"/>
          </p:nvPr>
        </p:nvSpPr>
        <p:spPr>
          <a:xfrm>
            <a:off x="370800" y="42228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3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 hasCustomPrompt="1"/>
          </p:nvPr>
        </p:nvSpPr>
        <p:spPr>
          <a:xfrm>
            <a:off x="1560600" y="42228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8"/>
          <p:cNvSpPr>
            <a:spLocks noGrp="1"/>
          </p:cNvSpPr>
          <p:nvPr>
            <p:ph type="body" hasCustomPrompt="1"/>
          </p:nvPr>
        </p:nvSpPr>
        <p:spPr>
          <a:xfrm>
            <a:off x="370800" y="537336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4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9"/>
          <p:cNvSpPr>
            <a:spLocks noGrp="1"/>
          </p:cNvSpPr>
          <p:nvPr>
            <p:ph type="body" hasCustomPrompt="1"/>
          </p:nvPr>
        </p:nvSpPr>
        <p:spPr>
          <a:xfrm>
            <a:off x="1560600" y="537336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0"/>
          <p:cNvSpPr>
            <a:spLocks noGrp="1"/>
          </p:cNvSpPr>
          <p:nvPr>
            <p:ph type="pic" hasCustomPrompt="1"/>
          </p:nvPr>
        </p:nvSpPr>
        <p:spPr>
          <a:xfrm>
            <a:off x="6203880" y="368280"/>
            <a:ext cx="5616000" cy="612072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Картинки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pic" hasCustomPrompt="1"/>
          </p:nvPr>
        </p:nvSpPr>
        <p:spPr>
          <a:xfrm>
            <a:off x="371520" y="1989000"/>
            <a:ext cx="11448360" cy="4500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Картинки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pic" hasCustomPrompt="1"/>
          </p:nvPr>
        </p:nvSpPr>
        <p:spPr>
          <a:xfrm>
            <a:off x="371520" y="1413000"/>
            <a:ext cx="11448360" cy="5076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Картинки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pic" hasCustomPrompt="1"/>
          </p:nvPr>
        </p:nvSpPr>
        <p:spPr>
          <a:xfrm>
            <a:off x="0" y="1413000"/>
            <a:ext cx="12191400" cy="54442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Картинки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pic" hasCustomPrompt="1"/>
          </p:nvPr>
        </p:nvSpPr>
        <p:spPr>
          <a:xfrm>
            <a:off x="371520" y="1413000"/>
            <a:ext cx="5616000" cy="5076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pic" hasCustomPrompt="1"/>
          </p:nvPr>
        </p:nvSpPr>
        <p:spPr>
          <a:xfrm>
            <a:off x="6203880" y="1413000"/>
            <a:ext cx="5616000" cy="5076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Картинки и фото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pic" hasCustomPrompt="1"/>
          </p:nvPr>
        </p:nvSpPr>
        <p:spPr>
          <a:xfrm>
            <a:off x="371520" y="1413000"/>
            <a:ext cx="3671280" cy="5076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pic" hasCustomPrompt="1"/>
          </p:nvPr>
        </p:nvSpPr>
        <p:spPr>
          <a:xfrm>
            <a:off x="4259160" y="1413000"/>
            <a:ext cx="3672720" cy="5076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pic" hasCustomPrompt="1"/>
          </p:nvPr>
        </p:nvSpPr>
        <p:spPr>
          <a:xfrm>
            <a:off x="8162280" y="1413000"/>
            <a:ext cx="3672720" cy="5076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Титуль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5482800"/>
            <a:ext cx="4895640" cy="3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Имя спикера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5952960"/>
            <a:ext cx="489564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Регалии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683928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70000"/>
              </a:lnSpc>
              <a:buNone/>
              <a:tabLst>
                <a:tab pos="0" algn="l"/>
              </a:tabLst>
              <a:def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  <a:tabLst>
                <a:tab pos="0" algn="l"/>
              </a:tabLst>
            </a:pP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в три </a:t>
            </a:r>
            <a:br>
              <a:rPr sz="9600"/>
            </a:b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строки</a:t>
            </a: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 hasCustomPrompt="1"/>
          </p:nvPr>
        </p:nvSpPr>
        <p:spPr>
          <a:xfrm>
            <a:off x="371520" y="3632400"/>
            <a:ext cx="6841440" cy="92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Пояснение к заголовку, дополнительное описание содержимого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0" name="Рисунок 2"/>
          <p:cNvPicPr/>
          <p:nvPr/>
        </p:nvPicPr>
        <p:blipFill>
          <a:blip r:embed="rId2"/>
          <a:srcRect l="13642" t="40766" r="46305" b="14216"/>
          <a:stretch/>
        </p:blipFill>
        <p:spPr>
          <a:xfrm>
            <a:off x="7803720" y="0"/>
            <a:ext cx="4387680" cy="4931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Мокап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2" name="Рисунок 4"/>
          <p:cNvPicPr/>
          <p:nvPr/>
        </p:nvPicPr>
        <p:blipFill>
          <a:blip r:embed="rId2"/>
          <a:srcRect l="0" t="5150" r="19374" b="15591"/>
          <a:stretch/>
        </p:blipFill>
        <p:spPr>
          <a:xfrm>
            <a:off x="2890440" y="263160"/>
            <a:ext cx="930060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PlaceHolder 2"/>
          <p:cNvSpPr>
            <a:spLocks noGrp="1"/>
          </p:cNvSpPr>
          <p:nvPr>
            <p:ph type="pic" hasCustomPrompt="1"/>
          </p:nvPr>
        </p:nvSpPr>
        <p:spPr>
          <a:xfrm>
            <a:off x="5465880" y="1552680"/>
            <a:ext cx="6335280" cy="394272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DFCFC"/>
            </a:bgClr>
          </a:pattFill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367128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Мокап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7" name="Рисунок 1"/>
          <p:cNvPicPr/>
          <p:nvPr/>
        </p:nvPicPr>
        <p:blipFill>
          <a:blip r:embed="rId2"/>
          <a:srcRect l="31398" t="12840" r="31398" b="12840"/>
          <a:stretch/>
        </p:blipFill>
        <p:spPr>
          <a:xfrm>
            <a:off x="5249880" y="1175040"/>
            <a:ext cx="4405680" cy="66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PlaceHolder 3"/>
          <p:cNvSpPr>
            <a:spLocks noGrp="1"/>
          </p:cNvSpPr>
          <p:nvPr>
            <p:ph type="pic" hasCustomPrompt="1"/>
          </p:nvPr>
        </p:nvSpPr>
        <p:spPr>
          <a:xfrm>
            <a:off x="6161400" y="1722600"/>
            <a:ext cx="2574000" cy="550404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DFCFC"/>
            </a:bgClr>
          </a:pattFill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109" name="Рисунок 3"/>
          <p:cNvPicPr/>
          <p:nvPr/>
        </p:nvPicPr>
        <p:blipFill>
          <a:blip r:embed="rId3"/>
          <a:srcRect l="31398" t="12840" r="31398" b="12840"/>
          <a:stretch/>
        </p:blipFill>
        <p:spPr>
          <a:xfrm>
            <a:off x="8210880" y="0"/>
            <a:ext cx="4405680" cy="660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PlaceHolder 4"/>
          <p:cNvSpPr>
            <a:spLocks noGrp="1"/>
          </p:cNvSpPr>
          <p:nvPr>
            <p:ph type="pic" hasCustomPrompt="1"/>
          </p:nvPr>
        </p:nvSpPr>
        <p:spPr>
          <a:xfrm>
            <a:off x="9122040" y="547200"/>
            <a:ext cx="2574000" cy="550404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DFCFC"/>
            </a:bgClr>
          </a:pattFill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Мокап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3" name="Рисунок 4"/>
          <p:cNvPicPr/>
          <p:nvPr/>
        </p:nvPicPr>
        <p:blipFill>
          <a:blip r:embed="rId2"/>
          <a:srcRect l="0" t="2734" r="21411" b="22419"/>
          <a:stretch/>
        </p:blipFill>
        <p:spPr>
          <a:xfrm>
            <a:off x="2591280" y="368280"/>
            <a:ext cx="9600120" cy="685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PlaceHolder 3"/>
          <p:cNvSpPr>
            <a:spLocks noGrp="1"/>
          </p:cNvSpPr>
          <p:nvPr>
            <p:ph type="pic" hasCustomPrompt="1"/>
          </p:nvPr>
        </p:nvSpPr>
        <p:spPr>
          <a:xfrm>
            <a:off x="5660640" y="1935720"/>
            <a:ext cx="6037200" cy="34102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DFCFC"/>
            </a:bgClr>
          </a:pattFill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Мокап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561600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17" name="Рисунок 1"/>
          <p:cNvPicPr/>
          <p:nvPr/>
        </p:nvPicPr>
        <p:blipFill>
          <a:blip r:embed="rId2"/>
          <a:stretch/>
        </p:blipFill>
        <p:spPr>
          <a:xfrm>
            <a:off x="5907240" y="-167400"/>
            <a:ext cx="7387200" cy="738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3"/>
          <p:cNvSpPr>
            <a:spLocks noGrp="1"/>
          </p:cNvSpPr>
          <p:nvPr>
            <p:ph type="pic" hasCustomPrompt="1"/>
          </p:nvPr>
        </p:nvSpPr>
        <p:spPr>
          <a:xfrm>
            <a:off x="7503840" y="553680"/>
            <a:ext cx="4139280" cy="577404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DFCFC"/>
            </a:bgClr>
          </a:pattFill>
          <a:ln w="0">
            <a:noFill/>
          </a:ln>
        </p:spPr>
        <p:txBody>
          <a:bodyPr lIns="90000" tIns="45000" rIns="90000" bIns="45000" anchor="ctr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Цита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pic" hasCustomPrompt="1"/>
          </p:nvPr>
        </p:nvSpPr>
        <p:spPr>
          <a:xfrm>
            <a:off x="371520" y="1016640"/>
            <a:ext cx="1944000" cy="1944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0" tIns="0" rIns="0" bIns="0" anchor="ctr">
            <a:norm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 hasCustomPrompt="1"/>
          </p:nvPr>
        </p:nvSpPr>
        <p:spPr>
          <a:xfrm>
            <a:off x="2784240" y="1564200"/>
            <a:ext cx="5148000" cy="3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Имя спикера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 hasCustomPrompt="1"/>
          </p:nvPr>
        </p:nvSpPr>
        <p:spPr>
          <a:xfrm>
            <a:off x="2784240" y="2034360"/>
            <a:ext cx="514800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Регалии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 hasCustomPrompt="1"/>
          </p:nvPr>
        </p:nvSpPr>
        <p:spPr>
          <a:xfrm>
            <a:off x="384120" y="3285000"/>
            <a:ext cx="7548120" cy="320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23" name="Рисунок 8"/>
          <p:cNvPicPr/>
          <p:nvPr/>
        </p:nvPicPr>
        <p:blipFill>
          <a:blip r:embed="rId2"/>
          <a:srcRect l="14081" t="14589" r="42818" b="53011"/>
          <a:stretch/>
        </p:blipFill>
        <p:spPr>
          <a:xfrm>
            <a:off x="7213680" y="3115800"/>
            <a:ext cx="4977720" cy="374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Булли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4644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pic" hasCustomPrompt="1"/>
          </p:nvPr>
        </p:nvSpPr>
        <p:spPr>
          <a:xfrm>
            <a:off x="6203880" y="368280"/>
            <a:ext cx="5616000" cy="612072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Цита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body" hasCustomPrompt="1"/>
          </p:nvPr>
        </p:nvSpPr>
        <p:spPr>
          <a:xfrm>
            <a:off x="384120" y="2016000"/>
            <a:ext cx="754812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4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30" name="Рисунок 4"/>
          <p:cNvPicPr/>
          <p:nvPr/>
        </p:nvPicPr>
        <p:blipFill>
          <a:blip r:embed="rId2"/>
          <a:srcRect l="14081" t="14589" r="42818" b="53011"/>
          <a:stretch/>
        </p:blipFill>
        <p:spPr>
          <a:xfrm>
            <a:off x="7213680" y="3115800"/>
            <a:ext cx="4977720" cy="374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График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 hasCustomPrompt="1"/>
          </p:nvPr>
        </p:nvSpPr>
        <p:spPr>
          <a:xfrm>
            <a:off x="577080" y="184644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блока</a:t>
            </a:r>
            <a:endParaRPr lang="ru-RU" sz="18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 hasCustomPrompt="1"/>
          </p:nvPr>
        </p:nvSpPr>
        <p:spPr>
          <a:xfrm>
            <a:off x="577080" y="2205360"/>
            <a:ext cx="24577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5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 hasCustomPrompt="1"/>
          </p:nvPr>
        </p:nvSpPr>
        <p:spPr>
          <a:xfrm>
            <a:off x="577080" y="14256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24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 hasCustomPrompt="1"/>
          </p:nvPr>
        </p:nvSpPr>
        <p:spPr>
          <a:xfrm>
            <a:off x="4691880" y="184644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блока</a:t>
            </a:r>
            <a:endParaRPr lang="ru-RU" sz="18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body" hasCustomPrompt="1"/>
          </p:nvPr>
        </p:nvSpPr>
        <p:spPr>
          <a:xfrm>
            <a:off x="4691880" y="2205360"/>
            <a:ext cx="24577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5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 type="body" hasCustomPrompt="1"/>
          </p:nvPr>
        </p:nvSpPr>
        <p:spPr>
          <a:xfrm>
            <a:off x="4691880" y="14256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24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8"/>
          <p:cNvSpPr>
            <a:spLocks noGrp="1"/>
          </p:cNvSpPr>
          <p:nvPr>
            <p:ph type="body" hasCustomPrompt="1"/>
          </p:nvPr>
        </p:nvSpPr>
        <p:spPr>
          <a:xfrm>
            <a:off x="8868240" y="184644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блока</a:t>
            </a:r>
            <a:endParaRPr lang="ru-RU" sz="18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9"/>
          <p:cNvSpPr>
            <a:spLocks noGrp="1"/>
          </p:cNvSpPr>
          <p:nvPr>
            <p:ph type="body" hasCustomPrompt="1"/>
          </p:nvPr>
        </p:nvSpPr>
        <p:spPr>
          <a:xfrm>
            <a:off x="8868240" y="2205360"/>
            <a:ext cx="24577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5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10"/>
          <p:cNvSpPr>
            <a:spLocks noGrp="1"/>
          </p:cNvSpPr>
          <p:nvPr>
            <p:ph type="body" hasCustomPrompt="1"/>
          </p:nvPr>
        </p:nvSpPr>
        <p:spPr>
          <a:xfrm>
            <a:off x="8868240" y="14256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03</a:t>
            </a:r>
            <a:endParaRPr lang="ru-RU" sz="24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11"/>
          <p:cNvSpPr>
            <a:spLocks noGrp="1"/>
          </p:cNvSpPr>
          <p:nvPr>
            <p:ph type="body" hasCustomPrompt="1"/>
          </p:nvPr>
        </p:nvSpPr>
        <p:spPr>
          <a:xfrm>
            <a:off x="577080" y="43668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блока</a:t>
            </a:r>
            <a:endParaRPr lang="ru-RU" sz="18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12"/>
          <p:cNvSpPr>
            <a:spLocks noGrp="1"/>
          </p:cNvSpPr>
          <p:nvPr>
            <p:ph type="body" hasCustomPrompt="1"/>
          </p:nvPr>
        </p:nvSpPr>
        <p:spPr>
          <a:xfrm>
            <a:off x="577080" y="4725720"/>
            <a:ext cx="24577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5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13"/>
          <p:cNvSpPr>
            <a:spLocks noGrp="1"/>
          </p:cNvSpPr>
          <p:nvPr>
            <p:ph type="body" hasCustomPrompt="1"/>
          </p:nvPr>
        </p:nvSpPr>
        <p:spPr>
          <a:xfrm>
            <a:off x="577080" y="39456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06</a:t>
            </a:r>
            <a:endParaRPr lang="ru-RU" sz="24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14"/>
          <p:cNvSpPr>
            <a:spLocks noGrp="1"/>
          </p:cNvSpPr>
          <p:nvPr>
            <p:ph type="body" hasCustomPrompt="1"/>
          </p:nvPr>
        </p:nvSpPr>
        <p:spPr>
          <a:xfrm>
            <a:off x="4691880" y="43668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блока</a:t>
            </a:r>
            <a:endParaRPr lang="ru-RU" sz="18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5"/>
          <p:cNvSpPr>
            <a:spLocks noGrp="1"/>
          </p:cNvSpPr>
          <p:nvPr>
            <p:ph type="body" hasCustomPrompt="1"/>
          </p:nvPr>
        </p:nvSpPr>
        <p:spPr>
          <a:xfrm>
            <a:off x="4691880" y="4725720"/>
            <a:ext cx="24577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5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16"/>
          <p:cNvSpPr>
            <a:spLocks noGrp="1"/>
          </p:cNvSpPr>
          <p:nvPr>
            <p:ph type="body" hasCustomPrompt="1"/>
          </p:nvPr>
        </p:nvSpPr>
        <p:spPr>
          <a:xfrm>
            <a:off x="4691880" y="39456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05</a:t>
            </a:r>
            <a:endParaRPr lang="ru-RU" sz="24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17"/>
          <p:cNvSpPr>
            <a:spLocks noGrp="1"/>
          </p:cNvSpPr>
          <p:nvPr>
            <p:ph type="body" hasCustomPrompt="1"/>
          </p:nvPr>
        </p:nvSpPr>
        <p:spPr>
          <a:xfrm>
            <a:off x="8868240" y="43668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блока</a:t>
            </a:r>
            <a:endParaRPr lang="ru-RU" sz="18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8"/>
          <p:cNvSpPr>
            <a:spLocks noGrp="1"/>
          </p:cNvSpPr>
          <p:nvPr>
            <p:ph type="body" hasCustomPrompt="1"/>
          </p:nvPr>
        </p:nvSpPr>
        <p:spPr>
          <a:xfrm>
            <a:off x="8868240" y="4725720"/>
            <a:ext cx="245772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5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19"/>
          <p:cNvSpPr>
            <a:spLocks noGrp="1"/>
          </p:cNvSpPr>
          <p:nvPr>
            <p:ph type="body" hasCustomPrompt="1"/>
          </p:nvPr>
        </p:nvSpPr>
        <p:spPr>
          <a:xfrm>
            <a:off x="8868240" y="3945600"/>
            <a:ext cx="2457720" cy="246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04</a:t>
            </a:r>
            <a:endParaRPr lang="ru-RU" sz="2400" b="0" u="none" strike="noStrike">
              <a:solidFill>
                <a:srgbClr val="8236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ключитель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7054200" cy="1860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70000"/>
              </a:lnSpc>
              <a:buNone/>
              <a:tabLst>
                <a:tab pos="0" algn="l"/>
              </a:tabLst>
              <a:defRPr lang="ru-RU" sz="8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  <a:tabLst>
                <a:tab pos="0" algn="l"/>
              </a:tabLst>
            </a:pPr>
            <a:r>
              <a:rPr lang="ru-RU" sz="8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Спасибо за внимание!</a:t>
            </a:r>
            <a:endParaRPr lang="en-US" sz="8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 hasCustomPrompt="1"/>
          </p:nvPr>
        </p:nvSpPr>
        <p:spPr>
          <a:xfrm>
            <a:off x="375120" y="2387880"/>
            <a:ext cx="4716000" cy="108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pochta@yandex.ru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+7 999 999-99-99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pic" hasCustomPrompt="1"/>
          </p:nvPr>
        </p:nvSpPr>
        <p:spPr>
          <a:xfrm>
            <a:off x="371880" y="3782880"/>
            <a:ext cx="2706480" cy="27064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pic>
        <p:nvPicPr>
          <p:cNvPr id="153" name="Рисунок 13"/>
          <p:cNvPicPr/>
          <p:nvPr/>
        </p:nvPicPr>
        <p:blipFill>
          <a:blip r:embed="rId2"/>
          <a:srcRect l="14081" t="14589" r="42818" b="53011"/>
          <a:stretch/>
        </p:blipFill>
        <p:spPr>
          <a:xfrm>
            <a:off x="7213680" y="3115800"/>
            <a:ext cx="4977720" cy="374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Титульный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5482800"/>
            <a:ext cx="4895640" cy="3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Имя спикера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5952960"/>
            <a:ext cx="4895640" cy="535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Регалии</a:t>
            </a:r>
            <a:endParaRPr lang="ru-RU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683928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70000"/>
              </a:lnSpc>
              <a:buNone/>
              <a:tabLst>
                <a:tab pos="0" algn="l"/>
              </a:tabLst>
              <a:def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70000"/>
              </a:lnSpc>
              <a:buNone/>
              <a:tabLst>
                <a:tab pos="0" algn="l"/>
              </a:tabLst>
            </a:pP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в три </a:t>
            </a:r>
            <a:br>
              <a:rPr sz="9600"/>
            </a:b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строки</a:t>
            </a: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body" hasCustomPrompt="1"/>
          </p:nvPr>
        </p:nvSpPr>
        <p:spPr>
          <a:xfrm>
            <a:off x="371520" y="3632400"/>
            <a:ext cx="6841440" cy="92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Пояснение к заголовку, дополнительное описание содержимого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58" name="Рисунок 2"/>
          <p:cNvPicPr/>
          <p:nvPr/>
        </p:nvPicPr>
        <p:blipFill>
          <a:blip r:embed="rId2"/>
          <a:srcRect l="13642" t="40766" r="46305" b="14216"/>
          <a:stretch/>
        </p:blipFill>
        <p:spPr>
          <a:xfrm>
            <a:off x="8567640" y="0"/>
            <a:ext cx="4387680" cy="493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одержа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269964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3094200"/>
            <a:ext cx="269964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body" hasCustomPrompt="1"/>
          </p:nvPr>
        </p:nvSpPr>
        <p:spPr>
          <a:xfrm>
            <a:off x="371520" y="4030200"/>
            <a:ext cx="2699640" cy="24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body" hasCustomPrompt="1"/>
          </p:nvPr>
        </p:nvSpPr>
        <p:spPr>
          <a:xfrm>
            <a:off x="6203880" y="2016000"/>
            <a:ext cx="269964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03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body" hasCustomPrompt="1"/>
          </p:nvPr>
        </p:nvSpPr>
        <p:spPr>
          <a:xfrm>
            <a:off x="6203880" y="3094200"/>
            <a:ext cx="269964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 type="body" hasCustomPrompt="1"/>
          </p:nvPr>
        </p:nvSpPr>
        <p:spPr>
          <a:xfrm>
            <a:off x="6203880" y="4030200"/>
            <a:ext cx="2699640" cy="24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8"/>
          <p:cNvSpPr>
            <a:spLocks noGrp="1"/>
          </p:cNvSpPr>
          <p:nvPr>
            <p:ph type="body" hasCustomPrompt="1"/>
          </p:nvPr>
        </p:nvSpPr>
        <p:spPr>
          <a:xfrm>
            <a:off x="3287880" y="2016000"/>
            <a:ext cx="269964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9"/>
          <p:cNvSpPr>
            <a:spLocks noGrp="1"/>
          </p:cNvSpPr>
          <p:nvPr>
            <p:ph type="body" hasCustomPrompt="1"/>
          </p:nvPr>
        </p:nvSpPr>
        <p:spPr>
          <a:xfrm>
            <a:off x="3287880" y="3094200"/>
            <a:ext cx="269964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10"/>
          <p:cNvSpPr>
            <a:spLocks noGrp="1"/>
          </p:cNvSpPr>
          <p:nvPr>
            <p:ph type="body" hasCustomPrompt="1"/>
          </p:nvPr>
        </p:nvSpPr>
        <p:spPr>
          <a:xfrm>
            <a:off x="3287880" y="4030200"/>
            <a:ext cx="2699640" cy="24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11"/>
          <p:cNvSpPr>
            <a:spLocks noGrp="1"/>
          </p:cNvSpPr>
          <p:nvPr>
            <p:ph type="body" hasCustomPrompt="1"/>
          </p:nvPr>
        </p:nvSpPr>
        <p:spPr>
          <a:xfrm>
            <a:off x="9120240" y="2016000"/>
            <a:ext cx="269964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04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2"/>
          <p:cNvSpPr>
            <a:spLocks noGrp="1"/>
          </p:cNvSpPr>
          <p:nvPr>
            <p:ph type="body" hasCustomPrompt="1"/>
          </p:nvPr>
        </p:nvSpPr>
        <p:spPr>
          <a:xfrm>
            <a:off x="9120240" y="3094200"/>
            <a:ext cx="269964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13"/>
          <p:cNvSpPr>
            <a:spLocks noGrp="1"/>
          </p:cNvSpPr>
          <p:nvPr>
            <p:ph type="body" hasCustomPrompt="1"/>
          </p:nvPr>
        </p:nvSpPr>
        <p:spPr>
          <a:xfrm>
            <a:off x="9120240" y="4030200"/>
            <a:ext cx="2699640" cy="245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Содержа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30942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 hasCustomPrompt="1"/>
          </p:nvPr>
        </p:nvSpPr>
        <p:spPr>
          <a:xfrm>
            <a:off x="371520" y="4127400"/>
            <a:ext cx="3671280" cy="23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 type="body" hasCustomPrompt="1"/>
          </p:nvPr>
        </p:nvSpPr>
        <p:spPr>
          <a:xfrm>
            <a:off x="81486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03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 type="body" hasCustomPrompt="1"/>
          </p:nvPr>
        </p:nvSpPr>
        <p:spPr>
          <a:xfrm>
            <a:off x="8148600" y="30942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 type="body" hasCustomPrompt="1"/>
          </p:nvPr>
        </p:nvSpPr>
        <p:spPr>
          <a:xfrm>
            <a:off x="8148600" y="4127400"/>
            <a:ext cx="3671280" cy="23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8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272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9"/>
          <p:cNvSpPr>
            <a:spLocks noGrp="1"/>
          </p:cNvSpPr>
          <p:nvPr>
            <p:ph type="body" hasCustomPrompt="1"/>
          </p:nvPr>
        </p:nvSpPr>
        <p:spPr>
          <a:xfrm>
            <a:off x="4259160" y="3094200"/>
            <a:ext cx="367272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10"/>
          <p:cNvSpPr>
            <a:spLocks noGrp="1"/>
          </p:cNvSpPr>
          <p:nvPr>
            <p:ph type="body" hasCustomPrompt="1"/>
          </p:nvPr>
        </p:nvSpPr>
        <p:spPr>
          <a:xfrm>
            <a:off x="4259160" y="4127400"/>
            <a:ext cx="3672720" cy="23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1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Содержа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 hasCustomPrompt="1"/>
          </p:nvPr>
        </p:nvSpPr>
        <p:spPr>
          <a:xfrm>
            <a:off x="1560600" y="20160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 hasCustomPrompt="1"/>
          </p:nvPr>
        </p:nvSpPr>
        <p:spPr>
          <a:xfrm>
            <a:off x="370800" y="30672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2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body" hasCustomPrompt="1"/>
          </p:nvPr>
        </p:nvSpPr>
        <p:spPr>
          <a:xfrm>
            <a:off x="1560600" y="30672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6"/>
          <p:cNvSpPr>
            <a:spLocks noGrp="1"/>
          </p:cNvSpPr>
          <p:nvPr>
            <p:ph type="body" hasCustomPrompt="1"/>
          </p:nvPr>
        </p:nvSpPr>
        <p:spPr>
          <a:xfrm>
            <a:off x="370800" y="42228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3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7"/>
          <p:cNvSpPr>
            <a:spLocks noGrp="1"/>
          </p:cNvSpPr>
          <p:nvPr>
            <p:ph type="body" hasCustomPrompt="1"/>
          </p:nvPr>
        </p:nvSpPr>
        <p:spPr>
          <a:xfrm>
            <a:off x="1560600" y="42228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8"/>
          <p:cNvSpPr>
            <a:spLocks noGrp="1"/>
          </p:cNvSpPr>
          <p:nvPr>
            <p:ph type="body" hasCustomPrompt="1"/>
          </p:nvPr>
        </p:nvSpPr>
        <p:spPr>
          <a:xfrm>
            <a:off x="370800" y="537336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4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9"/>
          <p:cNvSpPr>
            <a:spLocks noGrp="1"/>
          </p:cNvSpPr>
          <p:nvPr>
            <p:ph type="body" hasCustomPrompt="1"/>
          </p:nvPr>
        </p:nvSpPr>
        <p:spPr>
          <a:xfrm>
            <a:off x="1560600" y="537336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0"/>
          <p:cNvSpPr>
            <a:spLocks noGrp="1"/>
          </p:cNvSpPr>
          <p:nvPr>
            <p:ph type="body" hasCustomPrompt="1"/>
          </p:nvPr>
        </p:nvSpPr>
        <p:spPr>
          <a:xfrm>
            <a:off x="6202440" y="20160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5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1"/>
          <p:cNvSpPr>
            <a:spLocks noGrp="1"/>
          </p:cNvSpPr>
          <p:nvPr>
            <p:ph type="body" hasCustomPrompt="1"/>
          </p:nvPr>
        </p:nvSpPr>
        <p:spPr>
          <a:xfrm>
            <a:off x="7392240" y="20160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12"/>
          <p:cNvSpPr>
            <a:spLocks noGrp="1"/>
          </p:cNvSpPr>
          <p:nvPr>
            <p:ph type="body" hasCustomPrompt="1"/>
          </p:nvPr>
        </p:nvSpPr>
        <p:spPr>
          <a:xfrm>
            <a:off x="6202440" y="30690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6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13"/>
          <p:cNvSpPr>
            <a:spLocks noGrp="1"/>
          </p:cNvSpPr>
          <p:nvPr>
            <p:ph type="body" hasCustomPrompt="1"/>
          </p:nvPr>
        </p:nvSpPr>
        <p:spPr>
          <a:xfrm>
            <a:off x="7392240" y="30672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4"/>
          <p:cNvSpPr>
            <a:spLocks noGrp="1"/>
          </p:cNvSpPr>
          <p:nvPr>
            <p:ph type="body" hasCustomPrompt="1"/>
          </p:nvPr>
        </p:nvSpPr>
        <p:spPr>
          <a:xfrm>
            <a:off x="6202440" y="422100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7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15"/>
          <p:cNvSpPr>
            <a:spLocks noGrp="1"/>
          </p:cNvSpPr>
          <p:nvPr>
            <p:ph type="body" hasCustomPrompt="1"/>
          </p:nvPr>
        </p:nvSpPr>
        <p:spPr>
          <a:xfrm>
            <a:off x="7392240" y="422280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16"/>
          <p:cNvSpPr>
            <a:spLocks noGrp="1"/>
          </p:cNvSpPr>
          <p:nvPr>
            <p:ph type="body" hasCustomPrompt="1"/>
          </p:nvPr>
        </p:nvSpPr>
        <p:spPr>
          <a:xfrm>
            <a:off x="6202440" y="5373360"/>
            <a:ext cx="9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</a:t>
            </a:r>
            <a:r>
              <a:rPr lang="ru-RU" sz="54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8</a:t>
            </a:r>
            <a:endParaRPr lang="ru-RU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17"/>
          <p:cNvSpPr>
            <a:spLocks noGrp="1"/>
          </p:cNvSpPr>
          <p:nvPr>
            <p:ph type="body" hasCustomPrompt="1"/>
          </p:nvPr>
        </p:nvSpPr>
        <p:spPr>
          <a:xfrm>
            <a:off x="7392240" y="5373360"/>
            <a:ext cx="3671280" cy="686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37080"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Булли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658728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658728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3" name="Рисунок 7"/>
          <p:cNvPicPr/>
          <p:nvPr/>
        </p:nvPicPr>
        <p:blipFill>
          <a:blip r:embed="rId2"/>
          <a:srcRect l="14081" t="14589" r="42818" b="53011"/>
          <a:stretch/>
        </p:blipFill>
        <p:spPr>
          <a:xfrm>
            <a:off x="7213680" y="3115800"/>
            <a:ext cx="4977720" cy="374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Булли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756072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3671280" cy="447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1280" cy="447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07" name="Рисунок 11"/>
          <p:cNvPicPr/>
          <p:nvPr/>
        </p:nvPicPr>
        <p:blipFill>
          <a:blip r:embed="rId2"/>
          <a:srcRect l="14081" t="14589" r="42818" b="53011"/>
          <a:stretch/>
        </p:blipFill>
        <p:spPr>
          <a:xfrm>
            <a:off x="7213680" y="3115800"/>
            <a:ext cx="4977720" cy="374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Булли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4644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pic" hasCustomPrompt="1"/>
          </p:nvPr>
        </p:nvSpPr>
        <p:spPr>
          <a:xfrm>
            <a:off x="6203880" y="368280"/>
            <a:ext cx="5615280" cy="29512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pic" hasCustomPrompt="1"/>
          </p:nvPr>
        </p:nvSpPr>
        <p:spPr>
          <a:xfrm>
            <a:off x="6203880" y="3501000"/>
            <a:ext cx="5615280" cy="29512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2" name="PlaceHolder 5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Булли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3022560"/>
            <a:ext cx="3671280" cy="346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272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body" hasCustomPrompt="1"/>
          </p:nvPr>
        </p:nvSpPr>
        <p:spPr>
          <a:xfrm>
            <a:off x="4259160" y="3022560"/>
            <a:ext cx="3672720" cy="346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  <a:def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marL="343080" indent="-306000" algn="l" defTabSz="914400">
              <a:lnSpc>
                <a:spcPct val="110000"/>
              </a:lnSpc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pic" hasCustomPrompt="1"/>
          </p:nvPr>
        </p:nvSpPr>
        <p:spPr>
          <a:xfrm>
            <a:off x="8148600" y="2016000"/>
            <a:ext cx="3671280" cy="4500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Буллиты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0942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 hasCustomPrompt="1"/>
          </p:nvPr>
        </p:nvSpPr>
        <p:spPr>
          <a:xfrm>
            <a:off x="81486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03</a:t>
            </a:r>
            <a:endParaRPr lang="ru-RU" sz="6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 hasCustomPrompt="1"/>
          </p:nvPr>
        </p:nvSpPr>
        <p:spPr>
          <a:xfrm>
            <a:off x="8148600" y="30942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272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6"/>
          <p:cNvSpPr>
            <a:spLocks noGrp="1"/>
          </p:cNvSpPr>
          <p:nvPr>
            <p:ph type="body" hasCustomPrompt="1"/>
          </p:nvPr>
        </p:nvSpPr>
        <p:spPr>
          <a:xfrm>
            <a:off x="4259160" y="3094200"/>
            <a:ext cx="367272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7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8"/>
          <p:cNvSpPr>
            <a:spLocks noGrp="1"/>
          </p:cNvSpPr>
          <p:nvPr>
            <p:ph type="pic" hasCustomPrompt="1"/>
          </p:nvPr>
        </p:nvSpPr>
        <p:spPr>
          <a:xfrm>
            <a:off x="8148600" y="4070160"/>
            <a:ext cx="3670560" cy="241884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8" name="PlaceHolder 9"/>
          <p:cNvSpPr>
            <a:spLocks noGrp="1"/>
          </p:cNvSpPr>
          <p:nvPr>
            <p:ph type="pic" hasCustomPrompt="1"/>
          </p:nvPr>
        </p:nvSpPr>
        <p:spPr>
          <a:xfrm>
            <a:off x="4261320" y="4070160"/>
            <a:ext cx="3670560" cy="241884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10"/>
          <p:cNvSpPr>
            <a:spLocks noGrp="1"/>
          </p:cNvSpPr>
          <p:nvPr>
            <p:ph type="pic" hasCustomPrompt="1"/>
          </p:nvPr>
        </p:nvSpPr>
        <p:spPr>
          <a:xfrm>
            <a:off x="371880" y="4070160"/>
            <a:ext cx="3670560" cy="241884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l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Double-click to add an Image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658728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6587280" cy="447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spcAft>
                <a:spcPts val="1199"/>
              </a:spcAft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spcAft>
                <a:spcPts val="1199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32" name="Рисунок 8"/>
          <p:cNvPicPr/>
          <p:nvPr/>
        </p:nvPicPr>
        <p:blipFill>
          <a:blip r:embed="rId2"/>
          <a:srcRect l="14081" t="14589" r="42818" b="53011"/>
          <a:stretch/>
        </p:blipFill>
        <p:spPr>
          <a:xfrm>
            <a:off x="7213680" y="3115800"/>
            <a:ext cx="4977720" cy="37414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2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2016000"/>
            <a:ext cx="561600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body" hasCustomPrompt="1"/>
          </p:nvPr>
        </p:nvSpPr>
        <p:spPr>
          <a:xfrm>
            <a:off x="371520" y="2852640"/>
            <a:ext cx="561600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body" hasCustomPrompt="1"/>
          </p:nvPr>
        </p:nvSpPr>
        <p:spPr>
          <a:xfrm>
            <a:off x="371520" y="4939560"/>
            <a:ext cx="5616000" cy="64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5"/>
          <p:cNvSpPr>
            <a:spLocks noGrp="1"/>
          </p:cNvSpPr>
          <p:nvPr>
            <p:ph type="body" hasCustomPrompt="1"/>
          </p:nvPr>
        </p:nvSpPr>
        <p:spPr>
          <a:xfrm>
            <a:off x="6215040" y="2016000"/>
            <a:ext cx="561600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Заголовок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6"/>
          <p:cNvSpPr>
            <a:spLocks noGrp="1"/>
          </p:cNvSpPr>
          <p:nvPr>
            <p:ph type="body" hasCustomPrompt="1"/>
          </p:nvPr>
        </p:nvSpPr>
        <p:spPr>
          <a:xfrm>
            <a:off x="6215040" y="2852640"/>
            <a:ext cx="561600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7"/>
          <p:cNvSpPr>
            <a:spLocks noGrp="1"/>
          </p:cNvSpPr>
          <p:nvPr>
            <p:ph type="body" hasCustomPrompt="1"/>
          </p:nvPr>
        </p:nvSpPr>
        <p:spPr>
          <a:xfrm>
            <a:off x="6215040" y="4939560"/>
            <a:ext cx="5616000" cy="64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Текст слайда</a:t>
            </a:r>
            <a:endParaRPr lang="ru-RU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8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Текстов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body"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 слайда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 hasCustomPrompt="1"/>
          </p:nvPr>
        </p:nvSpPr>
        <p:spPr>
          <a:xfrm>
            <a:off x="371520" y="3817440"/>
            <a:ext cx="36712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 hasCustomPrompt="1"/>
          </p:nvPr>
        </p:nvSpPr>
        <p:spPr>
          <a:xfrm>
            <a:off x="8148600" y="3817440"/>
            <a:ext cx="36820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 type="body" hasCustomPrompt="1"/>
          </p:nvPr>
        </p:nvSpPr>
        <p:spPr>
          <a:xfrm>
            <a:off x="4270680" y="3817440"/>
            <a:ext cx="368208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Текст слайда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 type="body" hasCustomPrompt="1"/>
          </p:nvPr>
        </p:nvSpPr>
        <p:spPr>
          <a:xfrm>
            <a:off x="3708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6"/>
          <p:cNvSpPr>
            <a:spLocks noGrp="1"/>
          </p:cNvSpPr>
          <p:nvPr>
            <p:ph type="body" hasCustomPrompt="1"/>
          </p:nvPr>
        </p:nvSpPr>
        <p:spPr>
          <a:xfrm>
            <a:off x="81486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03</a:t>
            </a:r>
            <a:endParaRPr lang="ru-RU" sz="6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7"/>
          <p:cNvSpPr>
            <a:spLocks noGrp="1"/>
          </p:cNvSpPr>
          <p:nvPr>
            <p:ph type="body" hasCustomPrompt="1"/>
          </p:nvPr>
        </p:nvSpPr>
        <p:spPr>
          <a:xfrm>
            <a:off x="4259160" y="2016000"/>
            <a:ext cx="367272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80000"/>
              </a:lnSpc>
              <a:buNone/>
              <a:tabLst>
                <a:tab pos="0" algn="l"/>
              </a:tabLst>
              <a:def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8"/>
          <p:cNvSpPr>
            <a:spLocks noGrp="1"/>
          </p:cNvSpPr>
          <p:nvPr>
            <p:ph type="body" hasCustomPrompt="1"/>
          </p:nvPr>
        </p:nvSpPr>
        <p:spPr>
          <a:xfrm>
            <a:off x="371520" y="320580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9"/>
          <p:cNvSpPr>
            <a:spLocks noGrp="1"/>
          </p:cNvSpPr>
          <p:nvPr>
            <p:ph type="body" hasCustomPrompt="1"/>
          </p:nvPr>
        </p:nvSpPr>
        <p:spPr>
          <a:xfrm>
            <a:off x="4273920" y="320580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10"/>
          <p:cNvSpPr>
            <a:spLocks noGrp="1"/>
          </p:cNvSpPr>
          <p:nvPr>
            <p:ph type="body" hasCustomPrompt="1"/>
          </p:nvPr>
        </p:nvSpPr>
        <p:spPr>
          <a:xfrm>
            <a:off x="8149680" y="3205800"/>
            <a:ext cx="3671280" cy="48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 defTabSz="914400">
              <a:lnSpc>
                <a:spcPct val="110000"/>
              </a:lnSpc>
              <a:buNone/>
              <a:tabLst>
                <a:tab pos="0" algn="l"/>
              </a:tabLst>
              <a:def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Заголовок</a:t>
            </a:r>
            <a:endParaRPr lang="ru-RU" sz="24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1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3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2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3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3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3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hasCustomPrompt="1"/>
          </p:nvPr>
        </p:nvSpPr>
        <p:spPr>
          <a:xfrm>
            <a:off x="371520" y="5482800"/>
            <a:ext cx="4895640" cy="37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Михаил Косинов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8433720" cy="323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Калькулятор</a:t>
            </a: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длительности</a:t>
            </a: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9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нот</a:t>
            </a: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ru-RU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hasCustomPrompt="1"/>
          </p:nvPr>
        </p:nvSpPr>
        <p:spPr>
          <a:xfrm>
            <a:off x="371520" y="3632400"/>
            <a:ext cx="6841440" cy="92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Описание проекта, его основных концепций </a:t>
            </a:r>
            <a:br>
              <a:rPr sz="2000"/>
            </a:b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 возможностей применения продукта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Немного музыкальной теории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hasCustomPrompt="1"/>
          </p:nvPr>
        </p:nvSpPr>
        <p:spPr>
          <a:xfrm>
            <a:off x="371520" y="1413000"/>
            <a:ext cx="561600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Длительность ноты — это то, как долго она звучит по сравнению с другими нотами в музыке. Например, целая нота звучит 4 с, половинная —</a:t>
            </a:r>
            <a:br>
              <a:rPr sz="1800"/>
            </a:b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 с, четвертная — 1 с.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hasCustomPrompt="1"/>
          </p:nvPr>
        </p:nvSpPr>
        <p:spPr>
          <a:xfrm>
            <a:off x="6215040" y="1413000"/>
            <a:ext cx="5616000" cy="195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Такт — это отрезок музыки, в который помещается определённое количество нот. Размер такта обычно пишут дробью, и он указывает, сколько и каких нот может быть в одном такте. Это как коробка для нот, ограниченная размером.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258" name="Рисунок 16"/>
          <p:cNvPicPr/>
          <p:nvPr/>
        </p:nvPicPr>
        <p:blipFill>
          <a:blip r:embed="rId1"/>
          <a:srcRect l="-7" t="0" r="-7" b="0"/>
          <a:stretch/>
        </p:blipFill>
        <p:spPr>
          <a:xfrm>
            <a:off x="371520" y="3429000"/>
            <a:ext cx="5616000" cy="30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Рисунок 17"/>
          <p:cNvPicPr/>
          <p:nvPr/>
        </p:nvPicPr>
        <p:blipFill>
          <a:blip r:embed="rId2"/>
          <a:srcRect l="-7" t="0" r="-7" b="0"/>
          <a:stretch/>
        </p:blipFill>
        <p:spPr>
          <a:xfrm>
            <a:off x="6203880" y="3429000"/>
            <a:ext cx="5616000" cy="30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4644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Какую проблему решает продукт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080" indent="0" algn="l" defTabSz="914400">
              <a:lnSpc>
                <a:spcPct val="11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Представьте, что в такте уже есть 10 разных нот и вы не знаете, сколько ещё можно добавить, — каждый раз приходится всё пересчитывать, чтобы не ошибиться. Это неудобно и отнимает время.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7080" indent="0" algn="l" defTabSz="914400">
              <a:lnSpc>
                <a:spcPct val="11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Мой продукт решает эту проблему: он автоматически считает, сколько ещё нот поместится в такт, и позволяет музыкантам спокойно создавать музыку без лишних вычислений.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62" name="Рисунок 5"/>
          <p:cNvPicPr/>
          <p:nvPr/>
        </p:nvPicPr>
        <p:blipFill>
          <a:blip r:embed="rId1"/>
          <a:srcRect l="0" t="-17" r="0" b="-17"/>
          <a:stretch/>
        </p:blipFill>
        <p:spPr>
          <a:xfrm>
            <a:off x="6203880" y="368280"/>
            <a:ext cx="5616000" cy="612072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Реализация проекта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hasCustomPrompt="1"/>
          </p:nvPr>
        </p:nvSpPr>
        <p:spPr>
          <a:xfrm>
            <a:off x="371520" y="1631520"/>
            <a:ext cx="3671280" cy="109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Какой язык и фреймворки используются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hasCustomPrompt="1"/>
          </p:nvPr>
        </p:nvSpPr>
        <p:spPr>
          <a:xfrm>
            <a:off x="371520" y="3022560"/>
            <a:ext cx="3671280" cy="346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Проект написан на Python 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С использованием фреймворка PyQT6 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для создания графического интерфейса и удобной функциональности. Кроме того, задействован SQL для работы с базой данных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hasCustomPrompt="1"/>
          </p:nvPr>
        </p:nvSpPr>
        <p:spPr>
          <a:xfrm>
            <a:off x="4259160" y="1631520"/>
            <a:ext cx="2577240" cy="104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Какие</a:t>
            </a:r>
            <a:br>
              <a:rPr sz="2400"/>
            </a:b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возможности</a:t>
            </a:r>
            <a:br>
              <a:rPr sz="2400"/>
            </a:b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даёт проект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hasCustomPrompt="1"/>
          </p:nvPr>
        </p:nvSpPr>
        <p:spPr>
          <a:xfrm>
            <a:off x="4259160" y="3022560"/>
            <a:ext cx="3672720" cy="346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Создавать, редактировать 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7080"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и сохранять такты в базу данных и файлы .csv. Главная «фишка» — удобные подсказки в виде таблицы с количеством и видом нот. Есть возможность работать с «совокупностями тактов» (склейка нескольких тактов)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268" name="Рисунок 8"/>
          <p:cNvPicPr/>
          <p:nvPr/>
        </p:nvPicPr>
        <p:blipFill>
          <a:blip r:embed="rId1"/>
          <a:srcRect l="351" t="0" r="351" b="0"/>
          <a:stretch/>
        </p:blipFill>
        <p:spPr>
          <a:xfrm>
            <a:off x="8148600" y="1631520"/>
            <a:ext cx="3671280" cy="450000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11448360" cy="49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Функциональность для работы с тактом</a:t>
            </a:r>
            <a:endParaRPr lang="ru-RU" sz="36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hasCustomPrompt="1"/>
          </p:nvPr>
        </p:nvSpPr>
        <p:spPr>
          <a:xfrm>
            <a:off x="371520" y="1161720"/>
            <a:ext cx="3671280" cy="2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Удобный интерфейс с нотами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hasCustomPrompt="1"/>
          </p:nvPr>
        </p:nvSpPr>
        <p:spPr>
          <a:xfrm>
            <a:off x="4270680" y="1161720"/>
            <a:ext cx="7549200" cy="43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Визуализация редактируемого такта и остальные функции</a:t>
            </a:r>
            <a:endParaRPr lang="ru-RU" sz="2000" b="1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2" name="Текст 4"/>
          <p:cNvSpPr/>
          <p:nvPr/>
        </p:nvSpPr>
        <p:spPr>
          <a:xfrm>
            <a:off x="4259160" y="4014360"/>
            <a:ext cx="7663680" cy="26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Таблички с подсказками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73" name="Прямоугольник 26"/>
          <p:cNvSpPr/>
          <p:nvPr/>
        </p:nvSpPr>
        <p:spPr>
          <a:xfrm>
            <a:off x="228600" y="1828800"/>
            <a:ext cx="3671280" cy="4818600"/>
          </a:xfrm>
          <a:prstGeom prst="rect">
            <a:avLst/>
          </a:prstGeom>
          <a:blipFill rotWithShape="0">
            <a:blip r:embed="rId1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4" name="Прямоугольник 27"/>
          <p:cNvSpPr/>
          <p:nvPr/>
        </p:nvSpPr>
        <p:spPr>
          <a:xfrm>
            <a:off x="4260960" y="1670400"/>
            <a:ext cx="7558920" cy="1974240"/>
          </a:xfrm>
          <a:prstGeom prst="rect">
            <a:avLst/>
          </a:prstGeom>
          <a:blipFill rotWithShape="0">
            <a:blip r:embed="rId2"/>
            <a:srcRect/>
            <a:stretch>
              <a:fillRect l="450" t="-9" r="450" b="-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5" name="Прямоугольник 28"/>
          <p:cNvSpPr/>
          <p:nvPr/>
        </p:nvSpPr>
        <p:spPr>
          <a:xfrm>
            <a:off x="4260960" y="4514760"/>
            <a:ext cx="7558920" cy="1974240"/>
          </a:xfrm>
          <a:prstGeom prst="rect">
            <a:avLst/>
          </a:prstGeom>
          <a:blipFill rotWithShape="0">
            <a:blip r:embed="rId3"/>
            <a:srcRect/>
            <a:stretch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ru-RU" sz="18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561600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Функциональность</a:t>
            </a:r>
            <a:br>
              <a:rPr sz="3600"/>
            </a:b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для работы с БД тактов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Предусмотрены разные виды операций над базой данных тактов: поиск такта, добавление в редактор, удаление из БД и сохранение в БД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После двойного клика по названию такт открывается в редакторе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Есть поиск по имени такта — таблица перестраивается, и остаются только необходимые такты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8" name="Рисунок 6"/>
          <p:cNvPicPr/>
          <p:nvPr/>
        </p:nvPicPr>
        <p:blipFill>
          <a:blip r:embed="rId1"/>
          <a:srcRect l="496" t="2500" r="496" b="3301"/>
          <a:stretch/>
        </p:blipFill>
        <p:spPr>
          <a:xfrm>
            <a:off x="6203880" y="380160"/>
            <a:ext cx="5615280" cy="29512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</p:pic>
      <p:pic>
        <p:nvPicPr>
          <p:cNvPr id="279" name="Рисунок 8"/>
          <p:cNvPicPr/>
          <p:nvPr/>
        </p:nvPicPr>
        <p:blipFill>
          <a:blip r:embed="rId2"/>
          <a:srcRect l="0" t="114" r="0" b="-472"/>
          <a:stretch/>
        </p:blipFill>
        <p:spPr>
          <a:xfrm>
            <a:off x="6203880" y="3566160"/>
            <a:ext cx="5615280" cy="228528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Функциональность для работы с совокупностями тактов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hasCustomPrompt="1"/>
          </p:nvPr>
        </p:nvSpPr>
        <p:spPr>
          <a:xfrm>
            <a:off x="371520" y="1663560"/>
            <a:ext cx="5616000" cy="12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rgbClr val="303030"/>
                </a:solidFill>
                <a:effectLst/>
                <a:uFillTx/>
                <a:latin typeface="Arial"/>
              </a:rPr>
              <a:t>На основе тактов в базе данных можно формировать и редактировать совокупность</a:t>
            </a:r>
            <a:br>
              <a:rPr sz="1800"/>
            </a:br>
            <a:r>
              <a:rPr lang="ru-RU" sz="1800" b="0" u="none" strike="noStrike">
                <a:solidFill>
                  <a:srgbClr val="303030"/>
                </a:solidFill>
                <a:effectLst/>
                <a:uFillTx/>
                <a:latin typeface="Arial"/>
              </a:rPr>
              <a:t>тактов (по двойному нажатию он добавляется в совокупность)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hasCustomPrompt="1"/>
          </p:nvPr>
        </p:nvSpPr>
        <p:spPr>
          <a:xfrm>
            <a:off x="6215040" y="1663560"/>
            <a:ext cx="5616000" cy="156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Совокупность тактов визуализирована в виде таблицы (по аналогии с таблицей для визуализации тактов из БД). По двойному нажатию на имя такта он удаляется из совокупности. Есть возможность сохранить совокупность в базе данных</a:t>
            </a:r>
            <a:endParaRPr lang="ru-RU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pic>
        <p:nvPicPr>
          <p:cNvPr id="283" name="Рисунок 16"/>
          <p:cNvPicPr/>
          <p:nvPr/>
        </p:nvPicPr>
        <p:blipFill>
          <a:blip r:embed="rId1"/>
          <a:srcRect l="0" t="-73" r="0" b="-73"/>
          <a:stretch/>
        </p:blipFill>
        <p:spPr>
          <a:xfrm>
            <a:off x="371520" y="3429000"/>
            <a:ext cx="5616000" cy="306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Рисунок 17"/>
          <p:cNvPicPr/>
          <p:nvPr/>
        </p:nvPicPr>
        <p:blipFill>
          <a:blip r:embed="rId2"/>
          <a:srcRect l="0" t="-73" r="0" b="12283"/>
          <a:stretch/>
        </p:blipFill>
        <p:spPr>
          <a:xfrm>
            <a:off x="6203880" y="3782880"/>
            <a:ext cx="5616000" cy="2682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11448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Особенности проекта</a:t>
            </a:r>
            <a:endParaRPr lang="ru-RU" sz="3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hasCustomPrompt="1"/>
          </p:nvPr>
        </p:nvSpPr>
        <p:spPr>
          <a:xfrm>
            <a:off x="3708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01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hasCustomPrompt="1"/>
          </p:nvPr>
        </p:nvSpPr>
        <p:spPr>
          <a:xfrm>
            <a:off x="371520" y="30942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Проигрывание</a:t>
            </a:r>
            <a:br>
              <a:rPr sz="2400"/>
            </a:b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тактов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hasCustomPrompt="1"/>
          </p:nvPr>
        </p:nvSpPr>
        <p:spPr>
          <a:xfrm>
            <a:off x="371520" y="4127400"/>
            <a:ext cx="3671280" cy="23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-306000" algn="l" defTabSz="914400">
              <a:lnSpc>
                <a:spcPct val="110000"/>
              </a:lnSpc>
              <a:spcBef>
                <a:spcPts val="799"/>
              </a:spcBef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Звук воспроизводится через внешний динамик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06000" algn="l" defTabSz="914400">
              <a:lnSpc>
                <a:spcPct val="110000"/>
              </a:lnSpc>
              <a:spcBef>
                <a:spcPts val="799"/>
              </a:spcBef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Можно остановить проигрывание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5"/>
          <p:cNvSpPr>
            <a:spLocks noGrp="1"/>
          </p:cNvSpPr>
          <p:nvPr>
            <p:ph hasCustomPrompt="1"/>
          </p:nvPr>
        </p:nvSpPr>
        <p:spPr>
          <a:xfrm>
            <a:off x="8148600" y="2016000"/>
            <a:ext cx="367128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03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6"/>
          <p:cNvSpPr>
            <a:spLocks noGrp="1"/>
          </p:cNvSpPr>
          <p:nvPr>
            <p:ph hasCustomPrompt="1"/>
          </p:nvPr>
        </p:nvSpPr>
        <p:spPr>
          <a:xfrm>
            <a:off x="8148600" y="3094200"/>
            <a:ext cx="367128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Две цветовые</a:t>
            </a:r>
            <a:br>
              <a:rPr sz="2400"/>
            </a:b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темы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7"/>
          <p:cNvSpPr>
            <a:spLocks noGrp="1"/>
          </p:cNvSpPr>
          <p:nvPr>
            <p:ph hasCustomPrompt="1"/>
          </p:nvPr>
        </p:nvSpPr>
        <p:spPr>
          <a:xfrm>
            <a:off x="8148600" y="4127400"/>
            <a:ext cx="3671280" cy="23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080" indent="0" algn="l" defTabSz="914400">
              <a:lnSpc>
                <a:spcPct val="11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Есть светлая и тёмная тема, они меняют оформление каждого элемента во всех вкладках приложения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8"/>
          <p:cNvSpPr>
            <a:spLocks noGrp="1"/>
          </p:cNvSpPr>
          <p:nvPr>
            <p:ph hasCustomPrompt="1"/>
          </p:nvPr>
        </p:nvSpPr>
        <p:spPr>
          <a:xfrm>
            <a:off x="4259160" y="2016000"/>
            <a:ext cx="3672720" cy="66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80000"/>
              </a:lnSpc>
              <a:buNone/>
              <a:tabLst>
                <a:tab pos="0" algn="l"/>
              </a:tabLst>
            </a:pPr>
            <a:r>
              <a:rPr lang="ru-RU" sz="6600" b="0" u="none" strike="noStrike">
                <a:solidFill>
                  <a:srgbClr val="8236FF"/>
                </a:solidFill>
                <a:effectLst/>
                <a:uFillTx/>
                <a:latin typeface="Arial"/>
              </a:rPr>
              <a:t>02</a:t>
            </a:r>
            <a:endParaRPr lang="ru-RU" sz="6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9"/>
          <p:cNvSpPr>
            <a:spLocks noGrp="1"/>
          </p:cNvSpPr>
          <p:nvPr>
            <p:ph hasCustomPrompt="1"/>
          </p:nvPr>
        </p:nvSpPr>
        <p:spPr>
          <a:xfrm>
            <a:off x="4259160" y="3094200"/>
            <a:ext cx="3672720" cy="77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24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Проигрывание совокупностей тактов</a:t>
            </a:r>
            <a:endParaRPr lang="ru-RU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10"/>
          <p:cNvSpPr>
            <a:spLocks noGrp="1"/>
          </p:cNvSpPr>
          <p:nvPr>
            <p:ph hasCustomPrompt="1"/>
          </p:nvPr>
        </p:nvSpPr>
        <p:spPr>
          <a:xfrm>
            <a:off x="4259160" y="4127400"/>
            <a:ext cx="3672720" cy="2361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43080" indent="-306000" algn="l" defTabSz="914400">
              <a:lnSpc>
                <a:spcPct val="110000"/>
              </a:lnSpc>
              <a:spcBef>
                <a:spcPts val="799"/>
              </a:spcBef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Звук воспроизводится через внешний динамик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  <a:p>
            <a:pPr marL="343080" indent="-306000" algn="l" defTabSz="914400">
              <a:lnSpc>
                <a:spcPct val="110000"/>
              </a:lnSpc>
              <a:spcBef>
                <a:spcPts val="799"/>
              </a:spcBef>
              <a:buClr>
                <a:srgbClr val="646464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"/>
              </a:rPr>
              <a:t>Можно остановить проигрывание</a:t>
            </a:r>
            <a:endParaRPr lang="ru-RU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464436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Есть ли конкуренты у продукта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080" indent="0" algn="l" defTabSz="914400">
              <a:lnSpc>
                <a:spcPct val="11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Идея проекта родилась из реальной ситуации. Мой друг-музыкант столкнулся с трудностями при подсчёте длительности нот в такте и попытался найти специальную программу для автоматизации этого процесса, но ничего подходящего не обнаружил. Тогда он предложил мне создать такое приложение.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7080" indent="0" algn="l" defTabSz="914400">
              <a:lnSpc>
                <a:spcPct val="11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Наш проект уникален, и прямых аналогов на рынке пока нет.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97" name="Рисунок 5"/>
          <p:cNvPicPr/>
          <p:nvPr/>
        </p:nvPicPr>
        <p:blipFill>
          <a:blip r:embed="rId1"/>
          <a:srcRect l="19411" t="0" r="19411" b="0"/>
          <a:stretch/>
        </p:blipFill>
        <p:spPr>
          <a:xfrm>
            <a:off x="6203880" y="368280"/>
            <a:ext cx="5616000" cy="612072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7883640" cy="104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90000"/>
              </a:lnSpc>
              <a:spcAft>
                <a:spcPts val="1800"/>
              </a:spcAft>
              <a:buNone/>
              <a:tabLst>
                <a:tab pos="0" algn="l"/>
              </a:tabLst>
            </a:pPr>
            <a:r>
              <a:rPr lang="ru-RU" sz="3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Итоги работы, реализации и небольшой отзыв о приложении</a:t>
            </a:r>
            <a:endParaRPr lang="ru-RU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hasCustomPrompt="1"/>
          </p:nvPr>
        </p:nvSpPr>
        <p:spPr>
          <a:xfrm>
            <a:off x="371520" y="2016000"/>
            <a:ext cx="4644360" cy="45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Я создал приложение с простым </a:t>
            </a:r>
            <a:br>
              <a:rPr sz="2000"/>
            </a:b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и удобным интерфейсом, которое полностью отвечает поставленным задачам и изначальной идеи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79800" indent="-343080" algn="l" defTabSz="914400">
              <a:lnSpc>
                <a:spcPct val="110000"/>
              </a:lnSpc>
              <a:spcAft>
                <a:spcPts val="1800"/>
              </a:spcAft>
              <a:buClr>
                <a:srgbClr val="30303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Несмотря на то, что приложение не было намерено запущено на рынок, его активно используют. На фото отзыв музыканта, пользовавшегося моим продуктом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00" name="Рисунок 5"/>
          <p:cNvPicPr/>
          <p:nvPr/>
        </p:nvPicPr>
        <p:blipFill>
          <a:blip r:embed="rId1"/>
          <a:srcRect l="0" t="254" r="0" b="163"/>
          <a:stretch/>
        </p:blipFill>
        <p:spPr>
          <a:xfrm>
            <a:off x="6203880" y="1989000"/>
            <a:ext cx="5616000" cy="2673720"/>
          </a:xfrm>
          <a:prstGeom prst="rect">
            <a:avLst/>
          </a:prstGeom>
          <a:pattFill prst="wdUpDiag">
            <a:fgClr>
              <a:srgbClr val="D0CECE"/>
            </a:fgClr>
            <a:bgClr>
              <a:srgbClr val="FFFFFF"/>
            </a:bgClr>
          </a:pattFill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hasCustomPrompt="1"/>
          </p:nvPr>
        </p:nvSpPr>
        <p:spPr>
          <a:xfrm>
            <a:off x="371520" y="368280"/>
            <a:ext cx="7400520" cy="191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 defTabSz="914400">
              <a:lnSpc>
                <a:spcPct val="7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ru-RU" sz="8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Спасибо за</a:t>
            </a:r>
            <a:r>
              <a:rPr lang="en-US" sz="8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 </a:t>
            </a:r>
            <a:r>
              <a:rPr lang="ru-RU" sz="8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внимание</a:t>
            </a:r>
            <a:r>
              <a:rPr lang="en-US" sz="8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!</a:t>
            </a:r>
            <a:endParaRPr lang="en-US" sz="8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Шаблон_Яндекс Учебник">
      <a:dk1>
        <a:srgbClr val="30303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 pitchFamily="0" charset="1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 pitchFamily="0" charset="1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1855</TotalTime>
  <Application>LibreOffice/26.8.0.3$Linux_X86_64 LibreOffice_project/680$Build-3</Application>
  <AppVersion>15.0000</AppVersion>
  <Words>557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2025-08-01T09:46:22Z</dcterms:created>
  <dc:creator>Dilyara Moskvicheva</dc:creator>
  <dc:description/>
  <dc:language>en-US</dc:language>
  <cp:lastModifiedBy/>
  <dcterms:modified xsi:type="dcterms:W3CDTF">2026-09-18T12:41:54Z</dcterms:modified>
  <cp:revision>40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11</vt:i4>
  </property>
</Properties>
</file>